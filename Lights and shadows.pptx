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3" d="100"/>
          <a:sy n="53" d="100"/>
        </p:scale>
        <p:origin x="11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189FD-8C62-190B-3953-3B02D511B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B0E70C-2E8A-218E-A20B-71C3CD8B8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8D378-710D-3238-DAD0-4281FD21D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F457-4680-4E61-87EA-1ACC6D8F532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23A8E-80C2-CF5E-97D2-10A9B9FB1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14E93-ECF8-4FA8-B93E-0D88A7981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CED9-7EAD-4B33-AF7C-46025871EB0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12834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966E8-A1BD-872A-D966-ED39A086C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16C7-A32B-A756-8CD6-C7FA96354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DA2FA-F26F-0A4C-92BB-A6BFE5E3D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F457-4680-4E61-87EA-1ACC6D8F532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6C41B-1E29-8705-F498-4AC53EE4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82D04-F885-6E30-627B-70386100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CED9-7EAD-4B33-AF7C-46025871EB0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001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27A5-ECC0-CD7B-CFAA-042208C6D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9860D-DA4A-5604-BF45-F35A91EC9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EE30-1D75-A5E8-51A7-7241591C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F457-4680-4E61-87EA-1ACC6D8F532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74798-8DC9-6B86-D7F5-4FB1667A8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5222F-3F17-C13C-F2FF-00063C967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CED9-7EAD-4B33-AF7C-46025871EB0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53707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D6E1D-F7BC-585F-F0CA-9B973F38F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3E53E-0F39-212C-58BA-DBAF078DAB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72906-CF19-2E61-DE27-287685EA9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46457-F630-9EC1-82CF-DFCD03CEE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F457-4680-4E61-87EA-1ACC6D8F532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0372B-7DE1-6678-F03D-1D6613BC8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8C2AC-B331-0836-EA91-BE42D9D28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CED9-7EAD-4B33-AF7C-46025871EB0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03276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37574-E91A-9837-7618-5FB805C44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471D1-0370-2C60-8239-6EF82C533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4D7B6-68E8-C42D-62CB-CE77E2767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BD0EF-9F0F-B410-88BF-2F5D4B60F7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AD23ED-5567-5079-AF29-B52A1C0D26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2C2CC-418C-B4CA-67BF-E52CA07A9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F457-4680-4E61-87EA-1ACC6D8F532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1CE44E-6806-B455-72AD-F3C62464C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A1D258-96F4-6D06-C9FA-77AB764C4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CED9-7EAD-4B33-AF7C-46025871EB0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5796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9759F-B069-0964-7FBB-8420E2240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EE29D4-0FAB-BD90-E521-3C4198030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F457-4680-4E61-87EA-1ACC6D8F532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DF64A-E3C6-BDCC-DFD0-1858AC9D7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6A43A-3396-B6C9-4411-B2FC8EF14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CED9-7EAD-4B33-AF7C-46025871EB0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14946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120334-93A0-40E0-B8E9-EF21B2CD2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F457-4680-4E61-87EA-1ACC6D8F532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9C38FE-C28C-FA6C-E5D0-4EFAAA412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ECD2D-756F-A0DF-11A1-D57147B54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CED9-7EAD-4B33-AF7C-46025871EB0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94511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F4B50-D7FF-9095-5B97-C2E7669FB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B8389-D33F-B443-3F57-F3351E2AE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8B81FC-EBFB-4DF2-4B41-5B5A5497F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24E5F-F1E0-F450-B503-A2472CA5F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F457-4680-4E61-87EA-1ACC6D8F532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AFB52-635B-8A25-77C2-554C5CE7C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3F233B-FBB2-EBA9-1A41-2B62166BC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CED9-7EAD-4B33-AF7C-46025871EB0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71174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5F2FF-FA0B-7D28-3D53-6BE12A5BE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AACD0F-0067-9DEA-FDB0-6E198BB0E1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2BD9A8-0987-DB33-54FA-AD1BDCF09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E00D0-7523-30E9-734F-CE8E341FB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F457-4680-4E61-87EA-1ACC6D8F532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D1FA6-8621-6647-AF3B-AE4EE35D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BDA21-17B7-FA76-321E-7BCFBDD0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CED9-7EAD-4B33-AF7C-46025871EB0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1734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A86E-864A-3F12-885E-2A7FB998A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741B9-0B38-A727-12E0-2671242D1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22940-EB22-E3F3-1609-6879BE014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F457-4680-4E61-87EA-1ACC6D8F532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BE321-372A-AEE5-435B-25A743AA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C439D-2E71-54AC-B661-5847F5DE6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CED9-7EAD-4B33-AF7C-46025871EB0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35782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EC6EBE-4989-C57A-9C49-AFFA894E9D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4B872-72E8-0C07-19CC-242D6448C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FE82C-CF18-D3E2-14D8-A9BA373DE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F457-4680-4E61-87EA-1ACC6D8F532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C7FC8-D6B2-72A3-DED5-C2E8761A9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A7A89-55D3-656F-AB20-B9A687F15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CED9-7EAD-4B33-AF7C-46025871EB0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22933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29CE59-EA9A-CB56-252D-6233FEBE5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00A69-DF1F-16DD-8A2B-34D875550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2EB44-5955-7E69-0377-7E36798097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BF457-4680-4E61-87EA-1ACC6D8F532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B2634-AF8F-579A-10D7-DE3CF46E4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651C6-39F9-DE91-A644-7ED806A9B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ACED9-7EAD-4B33-AF7C-46025871EB0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94852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AFA36-CFE5-1D45-F145-F910497A0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239" y="764373"/>
            <a:ext cx="10234961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Lights and shadows</a:t>
            </a:r>
            <a:br>
              <a:rPr lang="en-US" dirty="0"/>
            </a:br>
            <a:endParaRPr lang="en-P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2F7812-C66F-3DDB-D98B-F12195647A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907" y="3824894"/>
            <a:ext cx="3746811" cy="27249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5618BC-3116-84D5-8D29-8A432E7D26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86" y="1828800"/>
            <a:ext cx="4062067" cy="4843681"/>
          </a:xfrm>
          <a:prstGeom prst="rect">
            <a:avLst/>
          </a:prstGeom>
        </p:spPr>
      </p:pic>
      <p:pic>
        <p:nvPicPr>
          <p:cNvPr id="14" name="mixkit-tech-house-vibes-130">
            <a:hlinkClick r:id="" action="ppaction://media"/>
            <a:extLst>
              <a:ext uri="{FF2B5EF4-FFF2-40B4-BE49-F238E27FC236}">
                <a16:creationId xmlns:a16="http://schemas.microsoft.com/office/drawing/2014/main" id="{1AA5923C-D6F7-6B94-387D-EC7B75D501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026937" y="1004487"/>
            <a:ext cx="406400" cy="406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65F603C-680E-7B95-0352-B6BA15FE279B}"/>
              </a:ext>
            </a:extLst>
          </p:cNvPr>
          <p:cNvSpPr/>
          <p:nvPr/>
        </p:nvSpPr>
        <p:spPr>
          <a:xfrm>
            <a:off x="5084956" y="1678773"/>
            <a:ext cx="5441796" cy="129302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 is the important element that shape how a space looks , feels and functions. It gives us a natural vibe.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64256318"/>
      </p:ext>
    </p:extLst>
  </p:cSld>
  <p:clrMapOvr>
    <a:masterClrMapping/>
  </p:clrMapOvr>
  <p:transition spd="slow" advTm="15804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2373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2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Lights and shadows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Muaz</dc:creator>
  <cp:lastModifiedBy>Muhammad Muaz</cp:lastModifiedBy>
  <cp:revision>1</cp:revision>
  <dcterms:created xsi:type="dcterms:W3CDTF">2025-12-09T11:25:05Z</dcterms:created>
  <dcterms:modified xsi:type="dcterms:W3CDTF">2025-12-09T11:25:20Z</dcterms:modified>
</cp:coreProperties>
</file>