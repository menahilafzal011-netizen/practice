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11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17E9-B659-7CBE-9B61-2028D8ACB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8FEB8-7E8B-1E5F-262E-88F7CB55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AA742-83FB-ED05-509B-792659B1B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978FF-DE5C-3F63-04E7-45CEBA36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3A351-3993-FC00-984A-80FCDB6B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7635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62E15-D3BB-0EE3-70EC-B145BC38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FEE4-E5A2-9596-E416-671FABB19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1A40F-2F34-D77C-9B11-F49D80261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DC846-EEA2-3724-348F-07C9DE81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6432-D201-1BE8-839A-2CA18439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741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2B40-138F-DBF9-B5D4-343D7209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E4871-0C4A-BB69-642B-32C891C64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5A59F-7330-2889-8394-739259D4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6C204-7B5A-9F57-A7D6-4381D583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03506-F5C8-C708-2C69-23EA7452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827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3E5A-540E-1C77-EAAB-F71E1534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A1581-C271-4213-A1B5-CF028638F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10B52-0CC0-7A68-33A3-F44094147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6CC1B-9721-8591-064E-A89440BE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DD31C-0242-978E-F2DE-2CEA19899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D0D3C-ECFF-C4A4-9248-B6B05D7B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929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0D66B-2DA4-C1FB-76DC-B57C5089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32EA8-F001-11FE-8C3E-01387E5DD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F9BF7-8676-FE67-F0F1-8C1A99B6B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97324-23F3-F088-20D1-2D8EEB30D7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9C3DC-261B-2D7B-EE7F-520F84B507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83BF1-5BCB-CC9B-333D-7CF8D9F64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B30-FAE3-0443-9595-A4432D4C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26B120-51AB-7A82-9E7F-1D155D97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4792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948BD-FD42-AED7-F4B5-1E72B4AD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44F41-CFF3-147E-730A-C322C535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643F3-CA17-24FC-A114-DF9FB042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88D55-AC0C-5120-ADF0-E7B28EDF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57580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4DF0C-3A91-E012-D810-94BE61399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70FE1-4026-37D5-91FB-B3AD25DD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20099-6A69-5FF7-7EA5-050B0B8A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515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AB11B-94B4-D428-01B4-66656848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A2710-EDA3-3D8B-3E7D-65467582F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2DCBF-6DC2-5E5B-1C52-07FB1FED3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6FC57-AAEE-85E6-3511-BB7EEFE0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E93D8-AA8A-8158-9ECE-6228629D4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1D3C1-DF82-9370-29E7-783B3730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9702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A0F76-3B8E-6A07-E0F2-96D358CD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428D4-8086-201A-DCB3-5765F6D66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09521-B133-1CEB-8BB9-34D8747BB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DF60B-95B2-E63C-5283-2BD0B5EDD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9F702-A009-C647-E766-77CFFE34B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AB8E0-E244-8819-C041-257CEA28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275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E4D3F-5A30-EFF3-EA4A-451FEAC60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7B749-5077-0E6B-1793-967F503D2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8157C-CC93-2EEE-CCBE-A9EC7A34E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EAFFF-6E8F-F52C-718D-41266CA39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5C94E-DC24-C4E6-CAE4-E9547840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7136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42AE64-3468-27C5-8F87-24DEE9222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E60E8-47FA-ED58-A697-A2639DBDB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DDE35-7538-A6BF-B2D4-35308DEE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189BE-7D46-FE85-0E94-AD41B2F4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E287E-4CCE-4713-EAF2-DA80B7E1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8951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F89C85-129E-C8EC-E075-C87B2C22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3C4CB-D269-B7B1-40F8-74668845C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0F138-ECB0-783E-A88C-8C7EBB9F5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C1F3-C55E-4BC9-9AD3-145BD588AED7}" type="datetimeFigureOut">
              <a:rPr lang="en-PK" smtClean="0"/>
              <a:t>09/12/2025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16B1-E7C2-B64C-43C8-8D890D320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C9730-2571-2E10-879B-7E3440E6E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5A511-4FDE-4890-8659-360749DEBFD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4333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41513-2772-6557-BB7A-1F0B5448E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232" y="2033337"/>
            <a:ext cx="4186989" cy="866273"/>
          </a:xfrm>
        </p:spPr>
        <p:txBody>
          <a:bodyPr/>
          <a:lstStyle/>
          <a:p>
            <a:r>
              <a:rPr lang="en-US" dirty="0"/>
              <a:t>Interior Spaces</a:t>
            </a: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FA8831-D9C9-5759-0D27-90430F8DA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69630"/>
            <a:ext cx="5410200" cy="298383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10700-665F-0234-0395-CBE562BBD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947" y="3669632"/>
            <a:ext cx="5077327" cy="1549140"/>
          </a:xfrm>
        </p:spPr>
        <p:txBody>
          <a:bodyPr/>
          <a:lstStyle/>
          <a:p>
            <a:r>
              <a:rPr lang="en-US" dirty="0"/>
              <a:t>The inside areas  of a </a:t>
            </a:r>
            <a:r>
              <a:rPr lang="en-US" dirty="0" err="1"/>
              <a:t>modle</a:t>
            </a:r>
            <a:r>
              <a:rPr lang="en-US" dirty="0"/>
              <a:t> is design according to our character (ant) . The spaces are interconnected with each other.</a:t>
            </a:r>
            <a:endParaRPr lang="en-P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08FAA8-B06F-C93C-A30D-BF25D8D09C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092" y="372979"/>
            <a:ext cx="5410200" cy="3018588"/>
          </a:xfrm>
          <a:prstGeom prst="rect">
            <a:avLst/>
          </a:prstGeom>
        </p:spPr>
      </p:pic>
      <p:pic>
        <p:nvPicPr>
          <p:cNvPr id="19" name="mixkit-tech-house-vibes-130">
            <a:hlinkClick r:id="" action="ppaction://media"/>
            <a:extLst>
              <a:ext uri="{FF2B5EF4-FFF2-40B4-BE49-F238E27FC236}">
                <a16:creationId xmlns:a16="http://schemas.microsoft.com/office/drawing/2014/main" id="{06F3EABC-1AF3-2B0F-2680-A8E7EBBE50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7747" y="2985167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3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02373">
        <p:split orient="vert"/>
      </p:transition>
    </mc:Choice>
    <mc:Fallback xmlns="">
      <p:transition spd="slow" advTm="102373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373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2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Interior Spaces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Muaz</dc:creator>
  <cp:lastModifiedBy>Muhammad Muaz</cp:lastModifiedBy>
  <cp:revision>1</cp:revision>
  <dcterms:created xsi:type="dcterms:W3CDTF">2025-12-09T11:25:41Z</dcterms:created>
  <dcterms:modified xsi:type="dcterms:W3CDTF">2025-12-09T11:25:53Z</dcterms:modified>
</cp:coreProperties>
</file>