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3" d="100"/>
          <a:sy n="53" d="100"/>
        </p:scale>
        <p:origin x="11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833A7-A92F-B26A-2CFB-C303EFDE42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781A2C-026E-3F75-4D61-BC2764463B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D21C4-A6E1-A7B0-C201-0E2073D63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9D8C-AA6A-4874-8954-B9B1E0472E8A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CBD02-50C9-FAA9-F031-8973A4C70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9562D-8846-C932-C183-EC090466C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F045-957A-41CA-9FB5-09BDAE8227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96889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DA018-6C31-4D52-6C8B-34428A0B1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EB00E-343F-7792-769B-31177CFB3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16C19-02EA-7B9F-CD8C-9D8F8B57B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9D8C-AA6A-4874-8954-B9B1E0472E8A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619F-E091-89C2-432A-7527543A4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61C5E-AE95-B46D-5A59-63FCD40E0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F045-957A-41CA-9FB5-09BDAE8227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27474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960A2-837D-9EF9-8EB4-928028057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B7E90-9311-0FAC-94F2-F8A8BF43B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5CE7C-953D-64B5-4DB6-B5308D439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9D8C-AA6A-4874-8954-B9B1E0472E8A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E539A-7976-71C6-D8A0-CD8CF4249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C6430-55CC-BFE0-AF9F-C7A0FC779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F045-957A-41CA-9FB5-09BDAE8227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08160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E30D-9766-DDE2-0005-465D66799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CD525-FF20-24BC-AC94-14FE50AE79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08A0C-45E1-A3CA-CBED-9879EE972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2B5AC2-8ADF-3DEE-38F6-10ACF5375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9D8C-AA6A-4874-8954-B9B1E0472E8A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3A470-7906-6FB6-8309-45EC3963D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4EDBE-D097-6E35-023E-6CA663736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F045-957A-41CA-9FB5-09BDAE8227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10509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DE574-BE91-5EE6-5E9C-DE9E7E01F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DC043-B35F-9DFD-BCBB-6FFFF6550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873026-F142-822E-C0C1-5AB509404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C780D-A2C0-CD8A-A215-6C446897BE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EB1B7D-2A9E-6476-75AA-4C9BAAAEEF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53A3B6-9740-AF7D-0725-59166D6FC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9D8C-AA6A-4874-8954-B9B1E0472E8A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0E7CB9-8D5B-7217-9BAA-B4B509743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5FBFD8-C348-7DB8-9DB4-50AFA1F7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F045-957A-41CA-9FB5-09BDAE8227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58027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75240-C3A6-6073-D36F-80707209C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940E10-6FA5-3924-ADD0-810E09FE2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9D8C-AA6A-4874-8954-B9B1E0472E8A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8157EB-6FF5-FBCD-7E23-B6445D698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F5C7F-510E-EFBF-AE4F-7D3BC41B1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F045-957A-41CA-9FB5-09BDAE8227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71660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FB5D60-8F45-F266-F5D9-60F9F392E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9D8C-AA6A-4874-8954-B9B1E0472E8A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145B21-12A3-DDC7-2AEA-1646A298E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FB8A0-6DFF-45B6-7501-4F0AE434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F045-957A-41CA-9FB5-09BDAE8227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55013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ECF27-DE6E-AB20-166B-BD2007D3B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0C562-C040-560A-AEB2-9067E544C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BAE668-E843-24D1-EEBD-2EA8FBCF8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ED6010-E137-EE8B-9BD3-5703B8142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9D8C-AA6A-4874-8954-B9B1E0472E8A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FF247-21E3-3398-5433-2F6306CE6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DF5D60-1001-4615-7A13-9A7571E9E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F045-957A-41CA-9FB5-09BDAE8227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21853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E66B3-F5DE-38F0-AD66-E15C04047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16E58B-8450-75AE-DFFE-6E0F925DB7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E58B9B-C017-27A8-3134-055D079F9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8EFB8-E786-8174-9B41-64FDC25E8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9D8C-AA6A-4874-8954-B9B1E0472E8A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7BDF37-34B6-25CC-6102-51ADBCD09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995C0E-AE83-4D11-D064-F62E065EC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F045-957A-41CA-9FB5-09BDAE8227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39315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4CB96-EE25-0995-9C1D-BED23263E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3F8EEF-BA15-F3AE-DDD7-2956784686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1A1AE-B446-C96F-40F2-B15A54248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9D8C-AA6A-4874-8954-B9B1E0472E8A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90C8F-51E2-F61D-BDF6-F6F85D558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FDC8C-BBD8-9BBB-7B30-FBC98EF6F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F045-957A-41CA-9FB5-09BDAE8227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88787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B6E1B9-834A-BED0-0EB4-91E36AE030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235E7A-30AE-E96A-99EE-FD487877EB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C26A3-8148-4F42-A5E4-AB0DA9C73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9D8C-AA6A-4874-8954-B9B1E0472E8A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0BE24-7EB6-FF64-15C9-FBB888922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B5CBF-2D2E-25F8-5C5F-0B7F90EE8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F045-957A-41CA-9FB5-09BDAE8227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21534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F2F9D-4382-4AD7-8DEF-3C6AB50D6BB8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30AF0-5498-45DF-B58E-30D8574B72A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13323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9B050D-9494-D526-ACC7-7A5018F95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02A20-72DD-63CD-15E8-9FF90FB9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59185-42D2-064B-7D0E-9BFB3A57A3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99D8C-AA6A-4874-8954-B9B1E0472E8A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92294-2864-95AE-A51D-4119258665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EEF1F-A999-6F49-B159-30A00ADEB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9F045-957A-41CA-9FB5-09BDAE8227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2204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4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jpg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B828B-9394-1655-46F0-53ED7295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453" y="1391996"/>
            <a:ext cx="4416196" cy="910717"/>
          </a:xfrm>
        </p:spPr>
        <p:txBody>
          <a:bodyPr/>
          <a:lstStyle/>
          <a:p>
            <a:pPr algn="ctr"/>
            <a:r>
              <a:rPr lang="en-US" dirty="0"/>
              <a:t>Planning</a:t>
            </a:r>
            <a:endParaRPr lang="en-P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D7EF31-7CAE-66DF-04B4-1BCE0122ECC4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692335" y="2853955"/>
            <a:ext cx="3456432" cy="3314132"/>
          </a:xfrm>
        </p:spPr>
        <p:txBody>
          <a:bodyPr/>
          <a:lstStyle/>
          <a:p>
            <a:endParaRPr lang="en-PK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E00DCA-1D58-A9F9-0326-C69151148BEF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366857" y="2904067"/>
            <a:ext cx="3667985" cy="3314618"/>
          </a:xfrm>
        </p:spPr>
        <p:txBody>
          <a:bodyPr/>
          <a:lstStyle/>
          <a:p>
            <a:endParaRPr lang="en-PK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6542F2F-D3BE-1C19-60A4-63DCA8BD6F87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8193504" y="2904565"/>
            <a:ext cx="3801979" cy="3314132"/>
          </a:xfrm>
        </p:spPr>
        <p:txBody>
          <a:bodyPr/>
          <a:lstStyle/>
          <a:p>
            <a:endParaRPr lang="en-PK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87F9413-DE6D-2AB6-6A1C-92EE1A1FA7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216" y="2712300"/>
            <a:ext cx="3801979" cy="35974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7C20B79-C1C7-9BB9-1AAE-B08D997F48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7429" y="2712300"/>
            <a:ext cx="3801979" cy="35063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AAF6188-6EC2-CAC5-37D4-8ECB48F9A7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836" y="2712299"/>
            <a:ext cx="3983424" cy="3506385"/>
          </a:xfrm>
          <a:prstGeom prst="rect">
            <a:avLst/>
          </a:prstGeom>
        </p:spPr>
      </p:pic>
      <p:pic>
        <p:nvPicPr>
          <p:cNvPr id="17" name="mixkit-tech-house-vibes-130">
            <a:hlinkClick r:id="" action="ppaction://media"/>
            <a:extLst>
              <a:ext uri="{FF2B5EF4-FFF2-40B4-BE49-F238E27FC236}">
                <a16:creationId xmlns:a16="http://schemas.microsoft.com/office/drawing/2014/main" id="{134D4D52-6F3A-C3D5-84FE-F9C8432B825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07844" y="6309742"/>
            <a:ext cx="406400" cy="4064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CE2F468-7A61-9A22-9C97-8058D53F9DEE}"/>
              </a:ext>
            </a:extLst>
          </p:cNvPr>
          <p:cNvSpPr/>
          <p:nvPr/>
        </p:nvSpPr>
        <p:spPr>
          <a:xfrm>
            <a:off x="5319131" y="390292"/>
            <a:ext cx="5597913" cy="21187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Planning means organizing and arranging  a space so it works well, looks good and feels comfortable</a:t>
            </a:r>
            <a:endParaRPr lang="en-P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168197"/>
      </p:ext>
    </p:extLst>
  </p:cSld>
  <p:clrMapOvr>
    <a:masterClrMapping/>
  </p:clrMapOvr>
  <p:transition spd="slow" advTm="102373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2373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Widescreen</PresentationFormat>
  <Paragraphs>2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Planning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Muaz</dc:creator>
  <cp:lastModifiedBy>Muhammad Muaz</cp:lastModifiedBy>
  <cp:revision>1</cp:revision>
  <dcterms:created xsi:type="dcterms:W3CDTF">2025-12-09T11:26:23Z</dcterms:created>
  <dcterms:modified xsi:type="dcterms:W3CDTF">2025-12-09T11:26:32Z</dcterms:modified>
</cp:coreProperties>
</file>